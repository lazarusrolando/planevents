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Marcellus"/>
      <p:regular r:id="rId15"/>
    </p:embeddedFont>
    <p:embeddedFont>
      <p:font typeface="Montserrat"/>
      <p:regular r:id="rId16"/>
    </p:embeddedFont>
    <p:embeddedFont>
      <p:font typeface="Montserrat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#" TargetMode="External"/><Relationship Id="rId5" Type="http://schemas.openxmlformats.org/officeDocument/2006/relationships/hyperlink" Target="#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#" TargetMode="External"/><Relationship Id="rId4" Type="http://schemas.openxmlformats.org/officeDocument/2006/relationships/hyperlink" Target="#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8535"/>
            <a:ext cx="45330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Plan Events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1280964"/>
            <a:ext cx="4722763" cy="219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Modern Event Management, Built for Scale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96119" y="3687142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full-stack platform for scheduling, ticketing, and analytics — engineered with precision, designed for production.</a:t>
            </a:r>
            <a:endParaRPr lang="en-US" sz="1100" dirty="0"/>
          </a:p>
        </p:txBody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4215110"/>
            <a:ext cx="1797993" cy="389855"/>
          </a:xfrm>
          <a:prstGeom prst="rect">
            <a:avLst/>
          </a:prstGeom>
        </p:spPr>
      </p:pic>
      <p:pic>
        <p:nvPicPr>
          <p:cNvPr id="7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953" y="4215110"/>
            <a:ext cx="1428824" cy="389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60164"/>
            <a:ext cx="1127299" cy="190872"/>
          </a:xfrm>
          <a:prstGeom prst="roundRect">
            <a:avLst>
              <a:gd name="adj" fmla="val 21446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499467" y="396701"/>
            <a:ext cx="1438349" cy="11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CAPABILITIES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592857"/>
            <a:ext cx="6034832" cy="45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Everything You Need to Run Events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205210"/>
            <a:ext cx="1145232" cy="707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6393" y="2043782"/>
            <a:ext cx="1751261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Event Management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6393" y="2334146"/>
            <a:ext cx="1974652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Create, schedule, and manage events with a clean, intuitive interface.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864" y="1205210"/>
            <a:ext cx="1145307" cy="7078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31864" y="2043857"/>
            <a:ext cx="1885578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Ticketing &amp; Attendance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31864" y="2334220"/>
            <a:ext cx="1974726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 tickets, track check-ins, and manage capacity in real time.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10" y="1205210"/>
            <a:ext cx="1145232" cy="707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37410" y="2043782"/>
            <a:ext cx="1751261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37410" y="2334146"/>
            <a:ext cx="1974652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control panel for platform oversight, user management, and system health.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81" y="1205210"/>
            <a:ext cx="1145307" cy="7078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81" y="2043857"/>
            <a:ext cx="1829172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Roles &amp; Authentication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81" y="2334220"/>
            <a:ext cx="1974726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JWT-based auth with granular role permissions for admins, vendors, and attendees.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93" y="2985120"/>
            <a:ext cx="1145232" cy="707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6393" y="3823692"/>
            <a:ext cx="1751261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Analytics &amp; Reports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26393" y="4114056"/>
            <a:ext cx="1974652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insights on ticket sales, attendance trends, and event performance.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1864" y="2985120"/>
            <a:ext cx="1145307" cy="70782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531864" y="3823767"/>
            <a:ext cx="1974726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Venue &amp; Vendor Planning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2531864" y="4341688"/>
            <a:ext cx="1974726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 venues and vendors seamlessly within a single unified workspace.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022" y="194890"/>
            <a:ext cx="644947" cy="107156"/>
          </a:xfrm>
          <a:prstGeom prst="roundRect">
            <a:avLst>
              <a:gd name="adj" fmla="val 22226"/>
            </a:avLst>
          </a:prstGeom>
          <a:noFill/>
          <a:ln w="4763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5275" y="220861"/>
            <a:ext cx="1007641" cy="55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4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48022" y="316185"/>
            <a:ext cx="272556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 at a Glance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22" y="674043"/>
            <a:ext cx="4237509" cy="423750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22" y="674043"/>
            <a:ext cx="4237509" cy="42375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232" y="2518693"/>
            <a:ext cx="1526977" cy="132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Separation of Concerns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663232" y="2686496"/>
            <a:ext cx="4237509" cy="13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layer operates independently — React handles the UI, Flask powers the API, SQLite persists data, and Node.js + Express manages auth. Swap or scale any layer without touching the rest.</a:t>
            </a:r>
            <a:endParaRPr lang="en-US" sz="550" dirty="0"/>
          </a:p>
        </p:txBody>
      </p:sp>
      <p:sp>
        <p:nvSpPr>
          <p:cNvPr id="9" name="Shape 5"/>
          <p:cNvSpPr/>
          <p:nvPr/>
        </p:nvSpPr>
        <p:spPr>
          <a:xfrm>
            <a:off x="4663232" y="2864569"/>
            <a:ext cx="4237509" cy="197941"/>
          </a:xfrm>
          <a:prstGeom prst="roundRect">
            <a:avLst>
              <a:gd name="adj" fmla="val 15040"/>
            </a:avLst>
          </a:prstGeom>
          <a:solidFill>
            <a:srgbClr val="B6D6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074" y="2953122"/>
            <a:ext cx="88553" cy="70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93469" y="2917701"/>
            <a:ext cx="4250531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Authentication is decoupled via JWT, enabling stateless, scalable sessions across services.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623" y="350044"/>
            <a:ext cx="690488" cy="168920"/>
          </a:xfrm>
          <a:prstGeom prst="roundRect">
            <a:avLst>
              <a:gd name="adj" fmla="val 22031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454075" y="383232"/>
            <a:ext cx="1014785" cy="10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STACK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87623" y="553566"/>
            <a:ext cx="5062910" cy="41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Built with Modern, Proven Tools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7623" y="1097235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876" y="1217488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256" y="1308795"/>
            <a:ext cx="149498" cy="1494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876" y="1636216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7876" y="1895103"/>
            <a:ext cx="3900636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Component-driven UI with fast rendering and seamless state management.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15235" y="1097235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35488" y="1217488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868" y="1308795"/>
            <a:ext cx="149498" cy="1494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5488" y="1636216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Flask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35488" y="1895103"/>
            <a:ext cx="3900636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Python backend powering clean, predictable RESTful APIs.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87623" y="2358107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7876" y="2478360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256" y="2569666"/>
            <a:ext cx="149498" cy="1494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876" y="2897088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7876" y="3155975"/>
            <a:ext cx="3900636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authentication layer with JWT tokens and session management.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615235" y="2358107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35488" y="2478360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868" y="2569666"/>
            <a:ext cx="149498" cy="1494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35488" y="2897088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SQLite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735488" y="3155975"/>
            <a:ext cx="3900636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Zero-config relational database — ideal for rapid development and testing.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87623" y="3618979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7876" y="3739232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9256" y="3830538"/>
            <a:ext cx="149498" cy="1494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7876" y="4157960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Chart.js + Recharts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07876" y="4416847"/>
            <a:ext cx="3900636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Responsive, animated charts for real-time analytics dashboards.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615235" y="3618979"/>
            <a:ext cx="4141143" cy="1174403"/>
          </a:xfrm>
          <a:prstGeom prst="roundRect">
            <a:avLst>
              <a:gd name="adj" fmla="val 3961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35488" y="3739232"/>
            <a:ext cx="332259" cy="332259"/>
          </a:xfrm>
          <a:prstGeom prst="roundRect">
            <a:avLst>
              <a:gd name="adj" fmla="val 17198717"/>
            </a:avLst>
          </a:prstGeom>
          <a:solidFill>
            <a:srgbClr val="FF954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6868" y="3830538"/>
            <a:ext cx="149498" cy="14949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35488" y="4157960"/>
            <a:ext cx="1592089" cy="207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Material UI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735488" y="4416847"/>
            <a:ext cx="3900636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Polished component library delivering a consistent, premium design system.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6119" y="1606823"/>
            <a:ext cx="1520726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5" name="Text 1"/>
          <p:cNvSpPr/>
          <p:nvPr/>
        </p:nvSpPr>
        <p:spPr>
          <a:xfrm>
            <a:off x="581174" y="1649313"/>
            <a:ext cx="1807815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PREVIEW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496119" y="1895921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Insights, Front and Center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96119" y="3168179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Plan Events dashboard surfaces ticket revenue, attendee trends, and event health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840" y="451172"/>
            <a:ext cx="1043955" cy="200992"/>
          </a:xfrm>
          <a:prstGeom prst="roundRect">
            <a:avLst>
              <a:gd name="adj" fmla="val 19626"/>
            </a:avLst>
          </a:prstGeom>
          <a:noFill/>
          <a:ln w="9525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0761" y="495895"/>
            <a:ext cx="1341313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DEVELOPERS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0840" y="691009"/>
            <a:ext cx="494124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Developer-Friendly by Design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840" y="1479649"/>
            <a:ext cx="5309220" cy="30084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1168" y="1372716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REST API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1168" y="1689274"/>
            <a:ext cx="2726680" cy="41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feature is exposed through a documented, versioned REST API. Integrate, extend, or connect third-party tools with ease.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11168" y="2205038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Modular Backend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11168" y="2521595"/>
            <a:ext cx="2726680" cy="41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blueprints keep routes, models, and logic cleanly separated. Add features without touching unrelated code.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11168" y="3037359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1168" y="3353916"/>
            <a:ext cx="2726680" cy="41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SQLite, migrate to PostgreSQL when you're ready. The architecture supports horizontal scaling from day one.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11168" y="3869680"/>
            <a:ext cx="222974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 Project Structure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11168" y="4186238"/>
            <a:ext cx="2726680" cy="41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Organized by domain — events, tickets, users, analytics — making onboarding fast and refactoring painless.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70731"/>
            <a:ext cx="880021" cy="208880"/>
          </a:xfrm>
          <a:prstGeom prst="roundRect">
            <a:avLst>
              <a:gd name="adj" fmla="val 21023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35707" y="409873"/>
            <a:ext cx="1180505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NEXT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27757"/>
            <a:ext cx="4214589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Road Ahead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457349" y="1296814"/>
            <a:ext cx="8686502" cy="16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Events is production-ready today. The roadmap is focused on making it indispensable for teams at every scale.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64856" y="1595512"/>
            <a:ext cx="14288" cy="3177257"/>
          </a:xfrm>
          <a:prstGeom prst="roundRect">
            <a:avLst>
              <a:gd name="adj" fmla="val 384173"/>
            </a:avLst>
          </a:prstGeom>
          <a:solidFill>
            <a:srgbClr val="FFE0CC"/>
          </a:solidFill>
          <a:ln/>
        </p:spPr>
      </p:sp>
      <p:sp>
        <p:nvSpPr>
          <p:cNvPr id="7" name="Shape 5"/>
          <p:cNvSpPr/>
          <p:nvPr/>
        </p:nvSpPr>
        <p:spPr>
          <a:xfrm>
            <a:off x="4047269" y="1735336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FFE0CC"/>
          </a:solidFill>
          <a:ln/>
        </p:spPr>
      </p:sp>
      <p:sp>
        <p:nvSpPr>
          <p:cNvPr id="8" name="Shape 6"/>
          <p:cNvSpPr/>
          <p:nvPr/>
        </p:nvSpPr>
        <p:spPr>
          <a:xfrm>
            <a:off x="4424995" y="1595512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9263" y="1595958"/>
            <a:ext cx="225400" cy="293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039913" y="1636291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 — Payments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349" y="1952774"/>
            <a:ext cx="3461221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Stripe integration for seamless ticket purchases, refunds, and payout management.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4717" y="2499047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FFE0C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24995" y="2359223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9263" y="2359670"/>
            <a:ext cx="225400" cy="293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225430" y="2400002"/>
            <a:ext cx="1906042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2 — Intelligence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25430" y="2716485"/>
            <a:ext cx="3461221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event recommendations and dynamic pricing based on attendance patterns.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47269" y="3162672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FFE0C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24995" y="3022848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9263" y="3023295"/>
            <a:ext cx="225400" cy="293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935287" y="3063627"/>
            <a:ext cx="1983284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3 — Engagement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349" y="3380110"/>
            <a:ext cx="3461221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notifications, reminders, and post-event follow-ups automated end-to-end.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4717" y="3826297"/>
            <a:ext cx="392013" cy="14288"/>
          </a:xfrm>
          <a:prstGeom prst="roundRect">
            <a:avLst>
              <a:gd name="adj" fmla="val 384173"/>
            </a:avLst>
          </a:prstGeom>
          <a:solidFill>
            <a:srgbClr val="FFE0C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24995" y="3686473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263" y="3686919"/>
            <a:ext cx="225400" cy="293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225430" y="3727252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4 — Global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225430" y="4043735"/>
            <a:ext cx="3461221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Multi-language support and localized experiences for international event organizers.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4447"/>
            <a:ext cx="4622081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 Something Great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796876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Events is open source and actively maintained. Whether you're contributing a feature, reporting a bug, or forking it for your next project — you're welcome here.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24844"/>
            <a:ext cx="8151763" cy="1214810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2339132"/>
            <a:ext cx="2707704" cy="1186235"/>
          </a:xfrm>
          <a:prstGeom prst="roundRect">
            <a:avLst>
              <a:gd name="adj" fmla="val 5019"/>
            </a:avLst>
          </a:prstGeom>
          <a:solidFill>
            <a:srgbClr val="FFFFF4"/>
          </a:solidFill>
          <a:ln/>
        </p:spPr>
      </p:sp>
      <p:sp>
        <p:nvSpPr>
          <p:cNvPr id="6" name="Text 4"/>
          <p:cNvSpPr/>
          <p:nvPr/>
        </p:nvSpPr>
        <p:spPr>
          <a:xfrm>
            <a:off x="652165" y="248089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📦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Get Started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2165" y="2830860"/>
            <a:ext cx="242418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Clone the repo, run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you're live in minutes.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111" y="2339132"/>
            <a:ext cx="2707704" cy="1186235"/>
          </a:xfrm>
          <a:prstGeom prst="rect">
            <a:avLst/>
          </a:prstGeom>
          <a:solidFill>
            <a:srgbClr val="FFFFF4"/>
          </a:solidFill>
          <a:ln/>
        </p:spPr>
      </p:sp>
      <p:sp>
        <p:nvSpPr>
          <p:cNvPr id="9" name="Shape 7"/>
          <p:cNvSpPr/>
          <p:nvPr/>
        </p:nvSpPr>
        <p:spPr>
          <a:xfrm>
            <a:off x="3218111" y="2339132"/>
            <a:ext cx="19050" cy="1186235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0" name="Text 8"/>
          <p:cNvSpPr/>
          <p:nvPr/>
        </p:nvSpPr>
        <p:spPr>
          <a:xfrm>
            <a:off x="3359869" y="248089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🤝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Contribute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59869" y="2830860"/>
            <a:ext cx="242418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issues, submit PRs, and help shape the future of event management.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25815" y="2339132"/>
            <a:ext cx="2707779" cy="1186235"/>
          </a:xfrm>
          <a:prstGeom prst="rect">
            <a:avLst/>
          </a:prstGeom>
          <a:solidFill>
            <a:srgbClr val="FFFF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5815" y="2339132"/>
            <a:ext cx="19050" cy="1186235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4" name="Text 12"/>
          <p:cNvSpPr/>
          <p:nvPr/>
        </p:nvSpPr>
        <p:spPr>
          <a:xfrm>
            <a:off x="6067574" y="248089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⭐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Star on GitHub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7574" y="2830860"/>
            <a:ext cx="242426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the project and stay updated on every release and milestone.</a:t>
            </a:r>
            <a:endParaRPr lang="en-US" sz="1100" dirty="0"/>
          </a:p>
        </p:txBody>
      </p:sp>
      <p:pic>
        <p:nvPicPr>
          <p:cNvPr id="16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3699123"/>
            <a:ext cx="1428824" cy="389855"/>
          </a:xfrm>
          <a:prstGeom prst="rect">
            <a:avLst/>
          </a:prstGeom>
        </p:spPr>
      </p:pic>
      <p:pic>
        <p:nvPicPr>
          <p:cNvPr id="17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85" y="3699123"/>
            <a:ext cx="1343918" cy="3898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2026-05-28T06:13:14Z</dcterms:created>
  <dcterms:modified xsi:type="dcterms:W3CDTF">2026-05-28T06:13:14Z</dcterms:modified>
</cp:coreProperties>
</file>